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92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11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mario castellanos escudero" userId="e9fcf6d0213b42a0" providerId="LiveId" clId="{F8C07228-D576-4A22-8BC8-7E58BCFB7BCD}"/>
    <pc:docChg chg="undo custSel addSld delSld modSld">
      <pc:chgData name="sergio mario castellanos escudero" userId="e9fcf6d0213b42a0" providerId="LiveId" clId="{F8C07228-D576-4A22-8BC8-7E58BCFB7BCD}" dt="2025-09-07T03:08:22.337" v="29" actId="6549"/>
      <pc:docMkLst>
        <pc:docMk/>
      </pc:docMkLst>
      <pc:sldChg chg="add del">
        <pc:chgData name="sergio mario castellanos escudero" userId="e9fcf6d0213b42a0" providerId="LiveId" clId="{F8C07228-D576-4A22-8BC8-7E58BCFB7BCD}" dt="2025-09-01T20:15:49.711" v="1" actId="47"/>
        <pc:sldMkLst>
          <pc:docMk/>
          <pc:sldMk cId="1281209961" sldId="256"/>
        </pc:sldMkLst>
      </pc:sldChg>
      <pc:sldChg chg="modSp add del mod">
        <pc:chgData name="sergio mario castellanos escudero" userId="e9fcf6d0213b42a0" providerId="LiveId" clId="{F8C07228-D576-4A22-8BC8-7E58BCFB7BCD}" dt="2025-09-07T03:08:22.337" v="29" actId="6549"/>
        <pc:sldMkLst>
          <pc:docMk/>
          <pc:sldMk cId="1127855850" sldId="270"/>
        </pc:sldMkLst>
      </pc:sldChg>
      <pc:sldChg chg="add del">
        <pc:chgData name="sergio mario castellanos escudero" userId="e9fcf6d0213b42a0" providerId="LiveId" clId="{F8C07228-D576-4A22-8BC8-7E58BCFB7BCD}" dt="2025-09-01T20:17:42.553" v="4"/>
        <pc:sldMkLst>
          <pc:docMk/>
          <pc:sldMk cId="2678628784" sldId="274"/>
        </pc:sldMkLst>
      </pc:sldChg>
      <pc:sldChg chg="del">
        <pc:chgData name="sergio mario castellanos escudero" userId="e9fcf6d0213b42a0" providerId="LiveId" clId="{F8C07228-D576-4A22-8BC8-7E58BCFB7BCD}" dt="2025-09-01T20:17:40.440" v="3" actId="47"/>
        <pc:sldMkLst>
          <pc:docMk/>
          <pc:sldMk cId="1184178415" sldId="290"/>
        </pc:sldMkLst>
      </pc:sldChg>
      <pc:sldChg chg="del">
        <pc:chgData name="sergio mario castellanos escudero" userId="e9fcf6d0213b42a0" providerId="LiveId" clId="{F8C07228-D576-4A22-8BC8-7E58BCFB7BCD}" dt="2025-09-01T20:17:40.440" v="3" actId="47"/>
        <pc:sldMkLst>
          <pc:docMk/>
          <pc:sldMk cId="3674822122" sldId="291"/>
        </pc:sldMkLst>
      </pc:sldChg>
      <pc:sldChg chg="add del">
        <pc:chgData name="sergio mario castellanos escudero" userId="e9fcf6d0213b42a0" providerId="LiveId" clId="{F8C07228-D576-4A22-8BC8-7E58BCFB7BCD}" dt="2025-09-01T20:17:42.553" v="4"/>
        <pc:sldMkLst>
          <pc:docMk/>
          <pc:sldMk cId="1942550538" sldId="292"/>
        </pc:sldMkLst>
      </pc:sldChg>
      <pc:sldChg chg="del">
        <pc:chgData name="sergio mario castellanos escudero" userId="e9fcf6d0213b42a0" providerId="LiveId" clId="{F8C07228-D576-4A22-8BC8-7E58BCFB7BCD}" dt="2025-09-01T20:17:40.440" v="3" actId="47"/>
        <pc:sldMkLst>
          <pc:docMk/>
          <pc:sldMk cId="1655106297" sldId="293"/>
        </pc:sldMkLst>
      </pc:sldChg>
      <pc:sldChg chg="del">
        <pc:chgData name="sergio mario castellanos escudero" userId="e9fcf6d0213b42a0" providerId="LiveId" clId="{F8C07228-D576-4A22-8BC8-7E58BCFB7BCD}" dt="2025-09-01T20:17:40.440" v="3" actId="47"/>
        <pc:sldMkLst>
          <pc:docMk/>
          <pc:sldMk cId="1059766586" sldId="294"/>
        </pc:sldMkLst>
      </pc:sldChg>
      <pc:sldChg chg="del">
        <pc:chgData name="sergio mario castellanos escudero" userId="e9fcf6d0213b42a0" providerId="LiveId" clId="{F8C07228-D576-4A22-8BC8-7E58BCFB7BCD}" dt="2025-09-01T20:17:40.440" v="3" actId="47"/>
        <pc:sldMkLst>
          <pc:docMk/>
          <pc:sldMk cId="2680058826" sldId="295"/>
        </pc:sldMkLst>
      </pc:sldChg>
      <pc:sldChg chg="del">
        <pc:chgData name="sergio mario castellanos escudero" userId="e9fcf6d0213b42a0" providerId="LiveId" clId="{F8C07228-D576-4A22-8BC8-7E58BCFB7BCD}" dt="2025-09-01T20:17:40.440" v="3" actId="47"/>
        <pc:sldMkLst>
          <pc:docMk/>
          <pc:sldMk cId="2630908165" sldId="296"/>
        </pc:sldMkLst>
      </pc:sldChg>
      <pc:sldChg chg="del">
        <pc:chgData name="sergio mario castellanos escudero" userId="e9fcf6d0213b42a0" providerId="LiveId" clId="{F8C07228-D576-4A22-8BC8-7E58BCFB7BCD}" dt="2025-09-01T20:17:40.440" v="3" actId="47"/>
        <pc:sldMkLst>
          <pc:docMk/>
          <pc:sldMk cId="1126086570" sldId="297"/>
        </pc:sldMkLst>
      </pc:sldChg>
    </pc:docChg>
  </pc:docChgLst>
  <pc:docChgLst>
    <pc:chgData name="sergio mario castellanos escudero" userId="e9fcf6d0213b42a0" providerId="LiveId" clId="{99C8A897-07E6-44D7-B4F2-5EBBB4F60544}"/>
    <pc:docChg chg="delSld">
      <pc:chgData name="sergio mario castellanos escudero" userId="e9fcf6d0213b42a0" providerId="LiveId" clId="{99C8A897-07E6-44D7-B4F2-5EBBB4F60544}" dt="2025-10-29T12:46:48.430" v="0" actId="2696"/>
      <pc:docMkLst>
        <pc:docMk/>
      </pc:docMkLst>
      <pc:sldChg chg="del">
        <pc:chgData name="sergio mario castellanos escudero" userId="e9fcf6d0213b42a0" providerId="LiveId" clId="{99C8A897-07E6-44D7-B4F2-5EBBB4F60544}" dt="2025-10-29T12:46:48.430" v="0" actId="2696"/>
        <pc:sldMkLst>
          <pc:docMk/>
          <pc:sldMk cId="1281209961" sldId="256"/>
        </pc:sldMkLst>
      </pc:sldChg>
      <pc:sldChg chg="del">
        <pc:chgData name="sergio mario castellanos escudero" userId="e9fcf6d0213b42a0" providerId="LiveId" clId="{99C8A897-07E6-44D7-B4F2-5EBBB4F60544}" dt="2025-10-29T12:46:48.430" v="0" actId="2696"/>
        <pc:sldMkLst>
          <pc:docMk/>
          <pc:sldMk cId="598779042" sldId="257"/>
        </pc:sldMkLst>
      </pc:sldChg>
      <pc:sldChg chg="del">
        <pc:chgData name="sergio mario castellanos escudero" userId="e9fcf6d0213b42a0" providerId="LiveId" clId="{99C8A897-07E6-44D7-B4F2-5EBBB4F60544}" dt="2025-10-29T12:46:48.430" v="0" actId="2696"/>
        <pc:sldMkLst>
          <pc:docMk/>
          <pc:sldMk cId="2678628784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3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73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 hasCustomPrompt="1"/>
          </p:nvPr>
        </p:nvSpPr>
        <p:spPr>
          <a:xfrm>
            <a:off x="819534" y="2613802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PORTADA 1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654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971934" y="2766202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PORTADA 2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677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819534" y="2613802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PORTADA 3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803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title" hasCustomPrompt="1"/>
          </p:nvPr>
        </p:nvSpPr>
        <p:spPr>
          <a:xfrm>
            <a:off x="819534" y="2613802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PORTADA 4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6384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19534" y="2613802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PORTADA 5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493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3"/>
          <p:cNvSpPr>
            <a:spLocks noGrp="1"/>
          </p:cNvSpPr>
          <p:nvPr>
            <p:ph sz="half" idx="2"/>
          </p:nvPr>
        </p:nvSpPr>
        <p:spPr>
          <a:xfrm>
            <a:off x="838200" y="1851933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37789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3"/>
          <p:cNvSpPr>
            <a:spLocks noGrp="1"/>
          </p:cNvSpPr>
          <p:nvPr>
            <p:ph sz="half" idx="2"/>
          </p:nvPr>
        </p:nvSpPr>
        <p:spPr>
          <a:xfrm>
            <a:off x="838200" y="1851933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1430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title" hasCustomPrompt="1"/>
          </p:nvPr>
        </p:nvSpPr>
        <p:spPr>
          <a:xfrm>
            <a:off x="1062129" y="2324553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SEPARADOR 1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9579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1062129" y="2324553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SEPARADOR 2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6591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1062129" y="2324553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SEPARADOR 3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4683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 hasCustomPrompt="1"/>
          </p:nvPr>
        </p:nvSpPr>
        <p:spPr>
          <a:xfrm>
            <a:off x="1062129" y="2324553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SEPARADOR 4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6755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1062129" y="2324553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SEPARADOR 5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898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 hasCustomPrompt="1"/>
          </p:nvPr>
        </p:nvSpPr>
        <p:spPr>
          <a:xfrm>
            <a:off x="1062129" y="2324553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SEPARADOR 6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2400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 hasCustomPrompt="1"/>
          </p:nvPr>
        </p:nvSpPr>
        <p:spPr>
          <a:xfrm>
            <a:off x="1062129" y="2324553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SEPARADOR 7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524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 hasCustomPrompt="1"/>
          </p:nvPr>
        </p:nvSpPr>
        <p:spPr>
          <a:xfrm>
            <a:off x="1062129" y="2324553"/>
            <a:ext cx="4956110" cy="1325563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SEPARADOR 8</a:t>
            </a:r>
            <a:br>
              <a:rPr lang="es-ES"/>
            </a:br>
            <a:r>
              <a:rPr lang="es-ES"/>
              <a:t>PRESENTACIÓN</a:t>
            </a:r>
            <a:br>
              <a:rPr lang="es-ES"/>
            </a:br>
            <a:r>
              <a:rPr lang="es-ES"/>
              <a:t>2025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89975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872086" y="395841"/>
            <a:ext cx="8165841" cy="810532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grpSp>
        <p:nvGrpSpPr>
          <p:cNvPr id="9" name="Grupo 8"/>
          <p:cNvGrpSpPr/>
          <p:nvPr userDrawn="1"/>
        </p:nvGrpSpPr>
        <p:grpSpPr>
          <a:xfrm>
            <a:off x="1872086" y="276837"/>
            <a:ext cx="8541333" cy="1052733"/>
            <a:chOff x="1872086" y="276837"/>
            <a:chExt cx="8541333" cy="1052733"/>
          </a:xfrm>
        </p:grpSpPr>
        <p:cxnSp>
          <p:nvCxnSpPr>
            <p:cNvPr id="7" name="Conector angular 6"/>
            <p:cNvCxnSpPr/>
            <p:nvPr/>
          </p:nvCxnSpPr>
          <p:spPr>
            <a:xfrm>
              <a:off x="1872086" y="276837"/>
              <a:ext cx="8454761" cy="109057"/>
            </a:xfrm>
            <a:prstGeom prst="bentConnector3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Conector angular 7"/>
            <p:cNvCxnSpPr/>
            <p:nvPr/>
          </p:nvCxnSpPr>
          <p:spPr>
            <a:xfrm>
              <a:off x="1874767" y="1178568"/>
              <a:ext cx="8454761" cy="109057"/>
            </a:xfrm>
            <a:prstGeom prst="bentConnector3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" name="Elipse 4"/>
            <p:cNvSpPr/>
            <p:nvPr/>
          </p:nvSpPr>
          <p:spPr>
            <a:xfrm>
              <a:off x="10329528" y="339754"/>
              <a:ext cx="83891" cy="83891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Elipse 5"/>
            <p:cNvSpPr/>
            <p:nvPr/>
          </p:nvSpPr>
          <p:spPr>
            <a:xfrm>
              <a:off x="10322537" y="1245679"/>
              <a:ext cx="83891" cy="83891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06803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2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21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49" r:id="rId2"/>
    <p:sldLayoutId id="2147483653" r:id="rId3"/>
    <p:sldLayoutId id="2147483651" r:id="rId4"/>
    <p:sldLayoutId id="2147483652" r:id="rId5"/>
    <p:sldLayoutId id="2147483654" r:id="rId6"/>
    <p:sldLayoutId id="2147483650" r:id="rId7"/>
    <p:sldLayoutId id="2147483663" r:id="rId8"/>
    <p:sldLayoutId id="2147483665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6" r:id="rId16"/>
    <p:sldLayoutId id="2147483667" r:id="rId17"/>
    <p:sldLayoutId id="2147483662" r:id="rId18"/>
    <p:sldLayoutId id="214748366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872086" y="582453"/>
            <a:ext cx="8165841" cy="627782"/>
          </a:xfrm>
        </p:spPr>
        <p:txBody>
          <a:bodyPr/>
          <a:lstStyle/>
          <a:p>
            <a:pPr algn="ctr"/>
            <a:r>
              <a:rPr lang="es-MX"/>
              <a:t>UBICACIÓN GEOGRÁFICA  </a:t>
            </a:r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4094F4-1BB4-501A-EEA7-ED2CF3B27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3755" y="1337565"/>
            <a:ext cx="7718258" cy="54570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2B162D2-45AD-0E5E-42A2-6420DA769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258" y="1878448"/>
            <a:ext cx="268448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200" b="1" dirty="0">
                <a:latin typeface="Arial" panose="020B0604020202020204" pitchFamily="34" charset="0"/>
              </a:rPr>
              <a:t>UBICACIÓN </a:t>
            </a:r>
            <a:r>
              <a:rPr kumimoji="0" lang="es-CO" altLang="es-CO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s-CO" altLang="es-CO" sz="1200" dirty="0">
                <a:latin typeface="Arial" panose="020B0604020202020204" pitchFamily="34" charset="0"/>
              </a:rPr>
              <a:t>Km 0+000</a:t>
            </a:r>
            <a:br>
              <a:rPr lang="es-CO" altLang="es-CO" sz="1200" dirty="0">
                <a:latin typeface="Arial" panose="020B0604020202020204" pitchFamily="34" charset="0"/>
              </a:rPr>
            </a:br>
            <a:r>
              <a:rPr lang="es-CO" altLang="es-CO" sz="1200" dirty="0">
                <a:latin typeface="Arial" panose="020B0604020202020204" pitchFamily="34" charset="0"/>
              </a:rPr>
              <a:t>Coordenadas:</a:t>
            </a:r>
            <a:br>
              <a:rPr lang="es-CO" altLang="es-CO" sz="1200" dirty="0">
                <a:latin typeface="Arial" panose="020B0604020202020204" pitchFamily="34" charset="0"/>
              </a:rPr>
            </a:br>
            <a:r>
              <a:rPr lang="es-CO" altLang="es-CO" sz="1200" b="1" dirty="0">
                <a:latin typeface="Arial" panose="020B0604020202020204" pitchFamily="34" charset="0"/>
              </a:rPr>
              <a:t>11°26’40.23</a:t>
            </a:r>
            <a:r>
              <a:rPr lang="es-MX" sz="1200" b="1" dirty="0">
                <a:latin typeface="Arial" panose="020B0604020202020204" pitchFamily="34" charset="0"/>
              </a:rPr>
              <a:t>”</a:t>
            </a:r>
            <a:r>
              <a:rPr lang="es-CO" altLang="es-CO" sz="1200" b="1" dirty="0">
                <a:latin typeface="Arial" panose="020B0604020202020204" pitchFamily="34" charset="0"/>
              </a:rPr>
              <a:t> N 72°16’2.84</a:t>
            </a:r>
            <a:r>
              <a:rPr lang="es-MX" sz="1200" b="1" dirty="0">
                <a:latin typeface="Arial" panose="020B0604020202020204" pitchFamily="34" charset="0"/>
              </a:rPr>
              <a:t>”</a:t>
            </a:r>
            <a:r>
              <a:rPr lang="es-CO" altLang="es-CO" sz="1200" b="1" dirty="0">
                <a:latin typeface="Arial" panose="020B0604020202020204" pitchFamily="34" charset="0"/>
              </a:rPr>
              <a:t> W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12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s-CO" altLang="es-CO" sz="1200" dirty="0">
                <a:latin typeface="Arial" panose="020B0604020202020204" pitchFamily="34" charset="0"/>
              </a:rPr>
              <a:t>Km 0+806</a:t>
            </a:r>
            <a:br>
              <a:rPr lang="es-CO" altLang="es-CO" sz="1200" dirty="0">
                <a:latin typeface="Arial" panose="020B0604020202020204" pitchFamily="34" charset="0"/>
              </a:rPr>
            </a:br>
            <a:r>
              <a:rPr lang="es-CO" altLang="es-CO" sz="1200" dirty="0">
                <a:latin typeface="Arial" panose="020B0604020202020204" pitchFamily="34" charset="0"/>
              </a:rPr>
              <a:t>Coordenadas:</a:t>
            </a:r>
            <a:br>
              <a:rPr lang="es-CO" altLang="es-CO" sz="1200" dirty="0">
                <a:latin typeface="Arial" panose="020B0604020202020204" pitchFamily="34" charset="0"/>
              </a:rPr>
            </a:br>
            <a:r>
              <a:rPr lang="es-CO" altLang="es-CO" sz="1200" b="1" dirty="0">
                <a:latin typeface="Arial" panose="020B0604020202020204" pitchFamily="34" charset="0"/>
              </a:rPr>
              <a:t>11°26’14.13</a:t>
            </a:r>
            <a:r>
              <a:rPr lang="es-MX" sz="1200" b="1" dirty="0">
                <a:latin typeface="Arial" panose="020B0604020202020204" pitchFamily="34" charset="0"/>
              </a:rPr>
              <a:t>”</a:t>
            </a:r>
            <a:r>
              <a:rPr lang="es-CO" altLang="es-CO" sz="1200" b="1" dirty="0">
                <a:latin typeface="Arial" panose="020B0604020202020204" pitchFamily="34" charset="0"/>
              </a:rPr>
              <a:t> N 72°16’0.10</a:t>
            </a:r>
            <a:r>
              <a:rPr lang="es-MX" sz="1200" b="1" dirty="0">
                <a:latin typeface="Arial" panose="020B0604020202020204" pitchFamily="34" charset="0"/>
              </a:rPr>
              <a:t>”</a:t>
            </a:r>
            <a:r>
              <a:rPr lang="es-CO" altLang="es-CO" sz="1200" b="1" dirty="0">
                <a:latin typeface="Arial" panose="020B0604020202020204" pitchFamily="34" charset="0"/>
              </a:rPr>
              <a:t> W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12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s-CO" altLang="es-CO" sz="1200" dirty="0">
                <a:latin typeface="Arial" panose="020B0604020202020204" pitchFamily="34" charset="0"/>
              </a:rPr>
              <a:t>Vaso Comunicante 1</a:t>
            </a:r>
            <a:br>
              <a:rPr lang="es-CO" altLang="es-CO" sz="1200" dirty="0">
                <a:latin typeface="Arial" panose="020B0604020202020204" pitchFamily="34" charset="0"/>
              </a:rPr>
            </a:br>
            <a:r>
              <a:rPr lang="es-CO" altLang="es-CO" sz="1200" dirty="0">
                <a:latin typeface="Arial" panose="020B0604020202020204" pitchFamily="34" charset="0"/>
              </a:rPr>
              <a:t>Coordenadas:</a:t>
            </a:r>
            <a:br>
              <a:rPr lang="es-CO" altLang="es-CO" sz="1200" dirty="0">
                <a:latin typeface="Arial" panose="020B0604020202020204" pitchFamily="34" charset="0"/>
              </a:rPr>
            </a:br>
            <a:r>
              <a:rPr lang="es-CO" altLang="es-CO" sz="1200" b="1" dirty="0">
                <a:latin typeface="Arial" panose="020B0604020202020204" pitchFamily="34" charset="0"/>
              </a:rPr>
              <a:t>11°26’25.56</a:t>
            </a:r>
            <a:r>
              <a:rPr lang="es-MX" sz="1200" b="1" dirty="0">
                <a:latin typeface="Arial" panose="020B0604020202020204" pitchFamily="34" charset="0"/>
              </a:rPr>
              <a:t>”</a:t>
            </a:r>
            <a:r>
              <a:rPr lang="es-CO" altLang="es-CO" sz="1200" b="1" dirty="0">
                <a:latin typeface="Arial" panose="020B0604020202020204" pitchFamily="34" charset="0"/>
              </a:rPr>
              <a:t> N 72°16’1.25</a:t>
            </a:r>
            <a:r>
              <a:rPr lang="es-MX" sz="1200" b="1" dirty="0">
                <a:latin typeface="Arial" panose="020B0604020202020204" pitchFamily="34" charset="0"/>
              </a:rPr>
              <a:t>”</a:t>
            </a:r>
            <a:r>
              <a:rPr lang="es-CO" altLang="es-CO" sz="1200" b="1" dirty="0">
                <a:latin typeface="Arial" panose="020B0604020202020204" pitchFamily="34" charset="0"/>
              </a:rPr>
              <a:t> W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12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s-CO" altLang="es-CO" sz="1200" dirty="0">
                <a:latin typeface="Arial" panose="020B0604020202020204" pitchFamily="34" charset="0"/>
              </a:rPr>
              <a:t>Vaso Comunicante 2</a:t>
            </a:r>
            <a:br>
              <a:rPr lang="es-CO" altLang="es-CO" sz="1200" dirty="0">
                <a:latin typeface="Arial" panose="020B0604020202020204" pitchFamily="34" charset="0"/>
              </a:rPr>
            </a:br>
            <a:r>
              <a:rPr lang="es-CO" altLang="es-CO" sz="1200" dirty="0">
                <a:latin typeface="Arial" panose="020B0604020202020204" pitchFamily="34" charset="0"/>
              </a:rPr>
              <a:t>Coordenadas:</a:t>
            </a:r>
            <a:br>
              <a:rPr lang="es-CO" altLang="es-CO" sz="1200" dirty="0">
                <a:latin typeface="Arial" panose="020B0604020202020204" pitchFamily="34" charset="0"/>
              </a:rPr>
            </a:br>
            <a:r>
              <a:rPr lang="es-CO" altLang="es-CO" sz="1200" b="1" dirty="0">
                <a:latin typeface="Arial" panose="020B0604020202020204" pitchFamily="34" charset="0"/>
              </a:rPr>
              <a:t>11°26’30.18</a:t>
            </a:r>
            <a:r>
              <a:rPr lang="es-MX" sz="1200" b="1" dirty="0">
                <a:latin typeface="Arial" panose="020B0604020202020204" pitchFamily="34" charset="0"/>
              </a:rPr>
              <a:t>”</a:t>
            </a:r>
            <a:r>
              <a:rPr lang="es-CO" altLang="es-CO" sz="1200" b="1" dirty="0">
                <a:latin typeface="Arial" panose="020B0604020202020204" pitchFamily="34" charset="0"/>
              </a:rPr>
              <a:t> N 72°16’1.76</a:t>
            </a:r>
            <a:r>
              <a:rPr lang="es-MX" sz="1200" b="1" dirty="0">
                <a:latin typeface="Arial" panose="020B0604020202020204" pitchFamily="34" charset="0"/>
              </a:rPr>
              <a:t>”</a:t>
            </a:r>
            <a:r>
              <a:rPr lang="es-CO" altLang="es-CO" sz="1200" b="1" dirty="0">
                <a:latin typeface="Arial" panose="020B0604020202020204" pitchFamily="34" charset="0"/>
              </a:rPr>
              <a:t> W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sz="1200" dirty="0">
                <a:latin typeface="Arial" panose="020B0604020202020204" pitchFamily="34" charset="0"/>
              </a:rPr>
              <a:t>Marco Geocéntrico Nacional de Referencia MAGNA‑EPSG: 4686</a:t>
            </a:r>
            <a:endParaRPr kumimoji="0" lang="es-CO" altLang="es-CO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855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872086" y="403155"/>
            <a:ext cx="8580761" cy="842938"/>
          </a:xfrm>
        </p:spPr>
        <p:txBody>
          <a:bodyPr/>
          <a:lstStyle/>
          <a:p>
            <a:pPr algn="ctr"/>
            <a:r>
              <a:rPr lang="es-MX"/>
              <a:t>CONTROL DE COTAS CORONA DE TERRAPLÉN KM 00+291 AL KM 00+331</a:t>
            </a:r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DC73B3A-D83A-4C59-AFDF-EBD5CBE2F7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6220" b="6258"/>
          <a:stretch/>
        </p:blipFill>
        <p:spPr>
          <a:xfrm>
            <a:off x="1175950" y="1401996"/>
            <a:ext cx="4029242" cy="493776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6EA9CD8-8EFE-40E2-A7DB-4ED3D2618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5571" y="1393034"/>
            <a:ext cx="566936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505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Panorámica</PresentationFormat>
  <Paragraphs>13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Arial Black</vt:lpstr>
      <vt:lpstr>Tema de Office</vt:lpstr>
      <vt:lpstr>UBICACIÓN GEOGRÁFICA  </vt:lpstr>
      <vt:lpstr>CONTROL DE COTAS CORONA DE TERRAPLÉN KM 00+291 AL KM 00+331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CS. Linlly Tatiana Renteria Perea</dc:creator>
  <cp:lastModifiedBy>1</cp:lastModifiedBy>
  <cp:revision>1</cp:revision>
  <dcterms:created xsi:type="dcterms:W3CDTF">2025-01-17T19:18:37Z</dcterms:created>
  <dcterms:modified xsi:type="dcterms:W3CDTF">2025-10-29T12:46:58Z</dcterms:modified>
</cp:coreProperties>
</file>